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16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8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35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2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1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7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9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4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4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0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1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FC01525-13AF-451A-A53A-CBF08F15A84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EA280EAE-A6B9-4FCE-9AB4-617D37573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7D36-1BDD-2560-C9C9-E73D0DC67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906043"/>
            <a:ext cx="9966960" cy="2926080"/>
          </a:xfrm>
        </p:spPr>
        <p:txBody>
          <a:bodyPr/>
          <a:lstStyle/>
          <a:p>
            <a:r>
              <a:rPr lang="en-US" dirty="0"/>
              <a:t>Customer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287008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5C138-44F2-25BB-67E7-1C5C2BF59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016927"/>
            <a:ext cx="11661058" cy="561072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0FF34-6414-8B6A-22E6-4E061B6744DF}"/>
              </a:ext>
            </a:extLst>
          </p:cNvPr>
          <p:cNvSpPr txBox="1"/>
          <p:nvPr/>
        </p:nvSpPr>
        <p:spPr>
          <a:xfrm>
            <a:off x="5112775" y="383458"/>
            <a:ext cx="163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Customers </a:t>
            </a:r>
          </a:p>
        </p:txBody>
      </p:sp>
    </p:spTree>
    <p:extLst>
      <p:ext uri="{BB962C8B-B14F-4D97-AF65-F5344CB8AC3E}">
        <p14:creationId xmlns:p14="http://schemas.microsoft.com/office/powerpoint/2010/main" val="332022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87DA2-F2A0-CB84-A4B9-7EC8F9E1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3" y="938683"/>
            <a:ext cx="11769213" cy="5668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925CA1-2F3A-D6E0-8F01-273DA8110915}"/>
              </a:ext>
            </a:extLst>
          </p:cNvPr>
          <p:cNvSpPr txBox="1"/>
          <p:nvPr/>
        </p:nvSpPr>
        <p:spPr>
          <a:xfrm>
            <a:off x="4689987" y="324464"/>
            <a:ext cx="3116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Retained Customers</a:t>
            </a:r>
          </a:p>
        </p:txBody>
      </p:sp>
    </p:spTree>
    <p:extLst>
      <p:ext uri="{BB962C8B-B14F-4D97-AF65-F5344CB8AC3E}">
        <p14:creationId xmlns:p14="http://schemas.microsoft.com/office/powerpoint/2010/main" val="4867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68B3D-F98D-FA3B-1C8C-2CDCCBBD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1031268"/>
            <a:ext cx="11739716" cy="556237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98F843-C490-7F71-C80F-3642C327058F}"/>
              </a:ext>
            </a:extLst>
          </p:cNvPr>
          <p:cNvSpPr txBox="1"/>
          <p:nvPr/>
        </p:nvSpPr>
        <p:spPr>
          <a:xfrm>
            <a:off x="4601498" y="383458"/>
            <a:ext cx="2379406" cy="442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Exited Customers</a:t>
            </a:r>
          </a:p>
        </p:txBody>
      </p:sp>
    </p:spTree>
    <p:extLst>
      <p:ext uri="{BB962C8B-B14F-4D97-AF65-F5344CB8AC3E}">
        <p14:creationId xmlns:p14="http://schemas.microsoft.com/office/powerpoint/2010/main" val="306227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F2952D-BDB6-5373-E892-A68AD6934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1035751"/>
            <a:ext cx="11720052" cy="557307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996F0-8D0D-54AB-132F-880F6DB884BD}"/>
              </a:ext>
            </a:extLst>
          </p:cNvPr>
          <p:cNvSpPr txBox="1"/>
          <p:nvPr/>
        </p:nvSpPr>
        <p:spPr>
          <a:xfrm>
            <a:off x="3677265" y="417690"/>
            <a:ext cx="5043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Exited Customers in Germany -2016</a:t>
            </a:r>
          </a:p>
        </p:txBody>
      </p:sp>
    </p:spTree>
    <p:extLst>
      <p:ext uri="{BB962C8B-B14F-4D97-AF65-F5344CB8AC3E}">
        <p14:creationId xmlns:p14="http://schemas.microsoft.com/office/powerpoint/2010/main" val="140862359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1211</TotalTime>
  <Words>14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Corbel</vt:lpstr>
      <vt:lpstr>Basis</vt:lpstr>
      <vt:lpstr>Customer churn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Jayakumar</dc:creator>
  <cp:lastModifiedBy>Deepika Jayakumar</cp:lastModifiedBy>
  <cp:revision>5</cp:revision>
  <dcterms:created xsi:type="dcterms:W3CDTF">2025-11-22T07:44:33Z</dcterms:created>
  <dcterms:modified xsi:type="dcterms:W3CDTF">2025-11-23T03:56:28Z</dcterms:modified>
</cp:coreProperties>
</file>